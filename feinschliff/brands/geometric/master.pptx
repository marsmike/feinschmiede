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jpeg" ContentType="image/jpeg"/>
  <Default Extension="svg" ContentType="image/svg+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7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11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15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1417.xml" ContentType="application/vnd.openxmlformats-officedocument.presentationml.slideLayout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viewProps.xml" ContentType="application/vnd.openxmlformats-officedocument.presentationml.viewProps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presProps.xml" ContentType="application/vnd.openxmlformats-officedocument.presentationml.presProps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tableStyles.xml" ContentType="application/vnd.openxmlformats-officedocument.presentationml.tableStyles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customXml/item3.xml" ContentType="application/xml"/>
  <Override PartName="/customXml/itemProps31.xml" ContentType="application/vnd.openxmlformats-officedocument.customXmlProperties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customXml/item22.xml" ContentType="application/xml"/>
  <Override PartName="/customXml/itemProps22.xml" ContentType="application/vnd.openxmlformats-officedocument.customXmlProperties+xml"/>
  <Override PartName="/ppt/slides/slide910.xml" ContentType="application/vnd.openxmlformats-officedocument.presentationml.slide+xml"/>
  <Override PartName="/ppt/notesSlides/notesSlide9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812.xml" ContentType="application/vnd.openxmlformats-officedocument.presentationml.slide+xml"/>
  <Override PartName="/ppt/notesSlides/notesSlide812.xml" ContentType="application/vnd.openxmlformats-officedocument.presentationml.notesSlide+xml"/>
  <Override PartName="/ppt/slides/slide1313.xml" ContentType="application/vnd.openxmlformats-officedocument.presentationml.slide+xml"/>
  <Override PartName="/ppt/notesSlides/notesSlide1313.xml" ContentType="application/vnd.openxmlformats-officedocument.presentationml.notesSlide+xml"/>
  <Override PartName="/customXml/item13.xml" ContentType="application/xml"/>
  <Override PartName="/customXml/itemProps1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6" /><Relationship Type="http://schemas.microsoft.com/office/2020/02/relationships/classificationlabels" Target="/docMetadata/LabelInfo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312" r:id="rId2"/>
    <p:sldId id="304" r:id="rId3"/>
    <p:sldId id="307" r:id="rId4"/>
    <p:sldId id="281" r:id="rId5"/>
    <p:sldId id="282" r:id="rId6"/>
    <p:sldId id="314" r:id="rId7"/>
    <p:sldId id="315" r:id="rId8"/>
    <p:sldId id="317" r:id="rId9"/>
    <p:sldId id="318" r:id="rId10"/>
    <p:sldId id="319" r:id="rId11"/>
    <p:sldId id="321" r:id="rId12"/>
    <p:sldId id="322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706" y="-5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1.xml" Id="rId8" /><Relationship Type="http://schemas.openxmlformats.org/officeDocument/2006/relationships/slide" Target="/ppt/slides/slide122.xml" Id="rId13" /><Relationship Type="http://schemas.openxmlformats.org/officeDocument/2006/relationships/viewProps" Target="/ppt/viewProps.xml" Id="rId18" /><Relationship Type="http://schemas.openxmlformats.org/officeDocument/2006/relationships/slide" Target="/ppt/slides/slide23.xml" Id="rId3" /><Relationship Type="http://schemas.microsoft.com/office/2018/10/relationships/authors" Target="/ppt/authors.xml" Id="rId21" /><Relationship Type="http://schemas.openxmlformats.org/officeDocument/2006/relationships/slide" Target="/ppt/slides/slide64.xml" Id="rId7" /><Relationship Type="http://schemas.openxmlformats.org/officeDocument/2006/relationships/slide" Target="/ppt/slides/slide115.xml" Id="rId12" /><Relationship Type="http://schemas.openxmlformats.org/officeDocument/2006/relationships/presProps" Target="/ppt/presProps.xml" Id="rId17" /><Relationship Type="http://schemas.openxmlformats.org/officeDocument/2006/relationships/slide" Target="/ppt/slides/slide16.xml" Id="rId2" /><Relationship Type="http://schemas.openxmlformats.org/officeDocument/2006/relationships/handoutMaster" Target="/ppt/handoutMasters/handoutMaster11.xml" Id="rId16" /><Relationship Type="http://schemas.openxmlformats.org/officeDocument/2006/relationships/tableStyles" Target="/ppt/tableStyles.xml" Id="rId20" /><Relationship Type="http://schemas.openxmlformats.org/officeDocument/2006/relationships/slideMaster" Target="/ppt/slideMasters/slideMaster11.xml" Id="rId1" /><Relationship Type="http://schemas.openxmlformats.org/officeDocument/2006/relationships/slide" Target="/ppt/slides/slide57.xml" Id="rId6" /><Relationship Type="http://schemas.openxmlformats.org/officeDocument/2006/relationships/slide" Target="/ppt/slides/slide108.xml" Id="rId11" /><Relationship Type="http://schemas.openxmlformats.org/officeDocument/2006/relationships/customXml" Target="/customXml/item3.xml" Id="rId24" /><Relationship Type="http://schemas.openxmlformats.org/officeDocument/2006/relationships/slide" Target="/ppt/slides/slide49.xml" Id="rId5" /><Relationship Type="http://schemas.openxmlformats.org/officeDocument/2006/relationships/notesMaster" Target="/ppt/notesMasters/notesMaster11.xml" Id="rId15" /><Relationship Type="http://schemas.openxmlformats.org/officeDocument/2006/relationships/customXml" Target="/customXml/item22.xml" Id="rId23" /><Relationship Type="http://schemas.openxmlformats.org/officeDocument/2006/relationships/slide" Target="/ppt/slides/slide910.xml" Id="rId10" /><Relationship Type="http://schemas.openxmlformats.org/officeDocument/2006/relationships/theme" Target="/ppt/theme/theme12.xml" Id="rId19" /><Relationship Type="http://schemas.openxmlformats.org/officeDocument/2006/relationships/slide" Target="/ppt/slides/slide311.xml" Id="rId4" /><Relationship Type="http://schemas.openxmlformats.org/officeDocument/2006/relationships/slide" Target="/ppt/slides/slide812.xml" Id="rId9" /><Relationship Type="http://schemas.openxmlformats.org/officeDocument/2006/relationships/slide" Target="/ppt/slides/slide1313.xml" Id="rId14" /><Relationship Type="http://schemas.openxmlformats.org/officeDocument/2006/relationships/customXml" Target="/customXml/item13.xml" Id="rId22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Id2" /><Relationship Type="http://schemas.openxmlformats.org/officeDocument/2006/relationships/notesMaster" Target="/ppt/notesMasters/notesMaster11.xml" Id="rI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Id2" /><Relationship Type="http://schemas.openxmlformats.org/officeDocument/2006/relationships/notesMaster" Target="/ppt/notesMasters/notesMaster11.xml" Id="rId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Id2" /><Relationship Type="http://schemas.openxmlformats.org/officeDocument/2006/relationships/notesMaster" Target="/ppt/notesMasters/notesMaster11.xml" Id="rId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Id2" /><Relationship Type="http://schemas.openxmlformats.org/officeDocument/2006/relationships/notesMaster" Target="/ppt/notesMasters/notesMaster11.xml" Id="rId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Id2" /><Relationship Type="http://schemas.openxmlformats.org/officeDocument/2006/relationships/notesMaster" Target="/ppt/notesMasters/notesMaster11.xml" Id="rId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Id2" /><Relationship Type="http://schemas.openxmlformats.org/officeDocument/2006/relationships/notesMaster" Target="/ppt/notesMasters/notesMaster11.xml" Id="rId1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Id2" /><Relationship Type="http://schemas.openxmlformats.org/officeDocument/2006/relationships/notesMaster" Target="/ppt/notesMasters/notesMaster11.xml" Id="rId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Id2" /><Relationship Type="http://schemas.openxmlformats.org/officeDocument/2006/relationships/notesMaster" Target="/ppt/notesMasters/notesMaster11.xml" Id="rId1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Id2" /><Relationship Type="http://schemas.openxmlformats.org/officeDocument/2006/relationships/notesMaster" Target="/ppt/notesMasters/notesMaster11.xml" Id="rId1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Id2" /><Relationship Type="http://schemas.openxmlformats.org/officeDocument/2006/relationships/notesMaster" Target="/ppt/notesMasters/notesMaster11.xml" Id="rId1" /></Relationships>
</file>

<file path=ppt/notesSlides/_rels/notesSlide812.xml.rels>&#65279;<?xml version="1.0" encoding="utf-8"?><Relationships xmlns="http://schemas.openxmlformats.org/package/2006/relationships"><Relationship Type="http://schemas.openxmlformats.org/officeDocument/2006/relationships/slide" Target="/ppt/slides/slide812.xml" Id="rId2" /><Relationship Type="http://schemas.openxmlformats.org/officeDocument/2006/relationships/notesMaster" Target="/ppt/notesMasters/notesMaster11.xml" Id="rId1" /></Relationships>
</file>

<file path=ppt/notesSlides/_rels/notesSlide910.xml.rels>&#65279;<?xml version="1.0" encoding="utf-8"?><Relationships xmlns="http://schemas.openxmlformats.org/package/2006/relationships"><Relationship Type="http://schemas.openxmlformats.org/officeDocument/2006/relationships/slide" Target="/ppt/slides/slide910.xml" Id="rId2" /><Relationship Type="http://schemas.openxmlformats.org/officeDocument/2006/relationships/notesMaster" Target="/ppt/notesMasters/notesMaster11.xml" Id="rId1" /></Relationships>
</file>

<file path=ppt/notesSlides/_rels/notesSlide1313.xml.rels>&#65279;<?xml version="1.0" encoding="utf-8"?><Relationships xmlns="http://schemas.openxmlformats.org/package/2006/relationships"><Relationship Type="http://schemas.openxmlformats.org/officeDocument/2006/relationships/slide" Target="/ppt/slides/slide1313.xml" Id="rId2" /><Relationship Type="http://schemas.openxmlformats.org/officeDocument/2006/relationships/notesMaster" Target="/ppt/notesMasters/notesMaster11.xml" Id="rId1" 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8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image" Target="/ppt/media/image12.svg" Id="rId3" /><Relationship Type="http://schemas.openxmlformats.org/officeDocument/2006/relationships/image" Target="/ppt/media/image11.png" Id="rId2" /><Relationship Type="http://schemas.openxmlformats.org/officeDocument/2006/relationships/slideMaster" Target="/ppt/slideMasters/slideMaster11.xml" Id="rId1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10.xml.rels>&#65279;<?xml version="1.0" encoding="utf-8"?><Relationships xmlns="http://schemas.openxmlformats.org/package/2006/relationships"><Relationship Type="http://schemas.openxmlformats.org/officeDocument/2006/relationships/image" Target="/ppt/media/image22.svg" Id="rId3" /><Relationship Type="http://schemas.openxmlformats.org/officeDocument/2006/relationships/image" Target="/ppt/media/image12.png" Id="rId2" /><Relationship Type="http://schemas.openxmlformats.org/officeDocument/2006/relationships/slideMaster" Target="/ppt/slideMasters/slideMaster11.xml" Id="rId1" /><Relationship Type="http://schemas.openxmlformats.org/officeDocument/2006/relationships/image" Target="/ppt/media/image43.svg" Id="rId5" /><Relationship Type="http://schemas.openxmlformats.org/officeDocument/2006/relationships/image" Target="/ppt/media/image33.png" Id="rId4" /></Relationships>
</file>

<file path=ppt/slideLayouts/_rels/slideLayout916.xml.rels>&#65279;<?xml version="1.0" encoding="utf-8"?><Relationships xmlns="http://schemas.openxmlformats.org/package/2006/relationships"><Relationship Type="http://schemas.openxmlformats.org/officeDocument/2006/relationships/image" Target="/ppt/media/image66.svg" Id="rId3" /><Relationship Type="http://schemas.openxmlformats.org/officeDocument/2006/relationships/image" Target="/ppt/media/image56.png" Id="rId2" /><Relationship Type="http://schemas.openxmlformats.org/officeDocument/2006/relationships/slideMaster" Target="/ppt/slideMasters/slideMaster11.xml" Id="rId1" /></Relationships>
</file>

<file path=ppt/slideLayouts/_rels/slideLayout10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1.xml.rels>&#65279;<?xml version="1.0" encoding="utf-8"?><Relationships xmlns="http://schemas.openxmlformats.org/package/2006/relationships"><Relationship Type="http://schemas.openxmlformats.org/officeDocument/2006/relationships/image" Target="/ppt/media/image84.svg" Id="rId3" /><Relationship Type="http://schemas.openxmlformats.org/officeDocument/2006/relationships/image" Target="/ppt/media/image74.png" Id="rId2" /><Relationship Type="http://schemas.openxmlformats.org/officeDocument/2006/relationships/slideMaster" Target="/ppt/slideMasters/slideMaster11.xml" Id="rId1" /><Relationship Type="http://schemas.openxmlformats.org/officeDocument/2006/relationships/image" Target="/ppt/media/image105.svg" Id="rId5" /><Relationship Type="http://schemas.openxmlformats.org/officeDocument/2006/relationships/image" Target="/ppt/media/image95.png" Id="rId4" /></Relationships>
</file>

<file path=ppt/slideLayouts/_rels/slideLayout14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5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4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theme" Target="/ppt/theme/theme12.xml" Id="rId18" /><Relationship Type="http://schemas.openxmlformats.org/officeDocument/2006/relationships/slideLayout" Target="/ppt/slideLayouts/slideLayout34.xml" Id="rId3" /><Relationship Type="http://schemas.openxmlformats.org/officeDocument/2006/relationships/slideLayout" Target="/ppt/slideLayouts/slideLayout71.xml" Id="rId7" /><Relationship Type="http://schemas.openxmlformats.org/officeDocument/2006/relationships/slideLayout" Target="/ppt/slideLayouts/slideLayout125.xml" Id="rId12" /><Relationship Type="http://schemas.openxmlformats.org/officeDocument/2006/relationships/slideLayout" Target="/ppt/slideLayouts/slideLayout176.xml" Id="rId17" /><Relationship Type="http://schemas.openxmlformats.org/officeDocument/2006/relationships/slideLayout" Target="/ppt/slideLayouts/slideLayout27.xml" Id="rId2" /><Relationship Type="http://schemas.openxmlformats.org/officeDocument/2006/relationships/slideLayout" Target="/ppt/slideLayouts/slideLayout168.xml" Id="rId16" /><Relationship Type="http://schemas.openxmlformats.org/officeDocument/2006/relationships/slideLayout" Target="/ppt/slideLayouts/slideLayout19.xml" Id="rId1" /><Relationship Type="http://schemas.openxmlformats.org/officeDocument/2006/relationships/slideLayout" Target="/ppt/slideLayouts/slideLayout610.xml" Id="rId6" /><Relationship Type="http://schemas.openxmlformats.org/officeDocument/2006/relationships/slideLayout" Target="/ppt/slideLayouts/slideLayout1111.xml" Id="rId11" /><Relationship Type="http://schemas.openxmlformats.org/officeDocument/2006/relationships/slideLayout" Target="/ppt/slideLayouts/slideLayout512.xml" Id="rId5" /><Relationship Type="http://schemas.openxmlformats.org/officeDocument/2006/relationships/slideLayout" Target="/ppt/slideLayouts/slideLayout1513.xml" Id="rId15" /><Relationship Type="http://schemas.openxmlformats.org/officeDocument/2006/relationships/slideLayout" Target="/ppt/slideLayouts/slideLayout1014.xml" Id="rId10" /><Relationship Type="http://schemas.openxmlformats.org/officeDocument/2006/relationships/slideLayout" Target="/ppt/slideLayouts/slideLayout415.xml" Id="rId4" /><Relationship Type="http://schemas.openxmlformats.org/officeDocument/2006/relationships/slideLayout" Target="/ppt/slideLayouts/slideLayout916.xml" Id="rId9" /><Relationship Type="http://schemas.openxmlformats.org/officeDocument/2006/relationships/slideLayout" Target="/ppt/slideLayouts/slideLayout1417.xml" Id="rId1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Id2" /><Relationship Type="http://schemas.openxmlformats.org/officeDocument/2006/relationships/slideLayout" Target="/ppt/slideLayouts/slideLayout19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notesSlide" Target="/ppt/notesSlides/notesSlide23.xml" Id="rId2" /><Relationship Type="http://schemas.openxmlformats.org/officeDocument/2006/relationships/slideLayout" Target="/ppt/slideLayouts/slideLayout27.xml" Id="rId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image" Target="/ppt/media/image142.jpg" Id="rId3" /><Relationship Type="http://schemas.openxmlformats.org/officeDocument/2006/relationships/notesSlide" Target="/ppt/notesSlides/notesSlide49.xml" Id="rId2" /><Relationship Type="http://schemas.openxmlformats.org/officeDocument/2006/relationships/slideLayout" Target="/ppt/slideLayouts/slideLayout415.xml" Id="rId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notesSlide" Target="/ppt/notesSlides/notesSlide57.xml" Id="rId2" /><Relationship Type="http://schemas.openxmlformats.org/officeDocument/2006/relationships/slideLayout" Target="/ppt/slideLayouts/slideLayout512.xml" Id="rId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notesSlide" Target="/ppt/notesSlides/notesSlide64.xml" Id="rId2" /><Relationship Type="http://schemas.openxmlformats.org/officeDocument/2006/relationships/slideLayout" Target="/ppt/slideLayouts/slideLayout610.xml" Id="rId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notesSlide" Target="/ppt/notesSlides/notesSlide71.xml" Id="rId2" /><Relationship Type="http://schemas.openxmlformats.org/officeDocument/2006/relationships/slideLayout" Target="/ppt/slideLayouts/slideLayout71.xml" Id="rId1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notesSlide" Target="/ppt/notesSlides/notesSlide108.xml" Id="rId2" /><Relationship Type="http://schemas.openxmlformats.org/officeDocument/2006/relationships/slideLayout" Target="/ppt/slideLayouts/slideLayout1014.xml" Id="rId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notesSlide" Target="/ppt/notesSlides/notesSlide115.xml" Id="rId2" /><Relationship Type="http://schemas.openxmlformats.org/officeDocument/2006/relationships/slideLayout" Target="/ppt/slideLayouts/slideLayout1111.xml" Id="rId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notesSlide" Target="/ppt/notesSlides/notesSlide122.xml" Id="rId2" /><Relationship Type="http://schemas.openxmlformats.org/officeDocument/2006/relationships/slideLayout" Target="/ppt/slideLayouts/slideLayout125.xml" Id="rId1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image" Target="/ppt/media/image134.jpg" Id="rId3" /><Relationship Type="http://schemas.openxmlformats.org/officeDocument/2006/relationships/notesSlide" Target="/ppt/notesSlides/notesSlide311.xml" Id="rId2" /><Relationship Type="http://schemas.openxmlformats.org/officeDocument/2006/relationships/slideLayout" Target="/ppt/slideLayouts/slideLayout34.xml" Id="rId1" /></Relationships>
</file>

<file path=ppt/slides/_rels/slide812.xml.rels>&#65279;<?xml version="1.0" encoding="utf-8"?><Relationships xmlns="http://schemas.openxmlformats.org/package/2006/relationships"><Relationship Type="http://schemas.openxmlformats.org/officeDocument/2006/relationships/image" Target="/ppt/media/image155.jpg" Id="rId3" /><Relationship Type="http://schemas.openxmlformats.org/officeDocument/2006/relationships/notesSlide" Target="/ppt/notesSlides/notesSlide812.xml" Id="rId2" /><Relationship Type="http://schemas.openxmlformats.org/officeDocument/2006/relationships/slideLayout" Target="/ppt/slideLayouts/slideLayout82.xml" Id="rId1" /></Relationships>
</file>

<file path=ppt/slides/_rels/slide910.xml.rels>&#65279;<?xml version="1.0" encoding="utf-8"?><Relationships xmlns="http://schemas.openxmlformats.org/package/2006/relationships"><Relationship Type="http://schemas.openxmlformats.org/officeDocument/2006/relationships/image" Target="/ppt/media/image163.jpg" Id="rId3" /><Relationship Type="http://schemas.openxmlformats.org/officeDocument/2006/relationships/notesSlide" Target="/ppt/notesSlides/notesSlide910.xml" Id="rId2" /><Relationship Type="http://schemas.openxmlformats.org/officeDocument/2006/relationships/slideLayout" Target="/ppt/slideLayouts/slideLayout916.xml" Id="rId1" /></Relationships>
</file>

<file path=ppt/slides/_rels/slide1313.xml.rels>&#65279;<?xml version="1.0" encoding="utf-8"?><Relationships xmlns="http://schemas.openxmlformats.org/package/2006/relationships"><Relationship Type="http://schemas.openxmlformats.org/officeDocument/2006/relationships/notesSlide" Target="/ppt/notesSlides/notesSlide1313.xml" Id="rId2" /><Relationship Type="http://schemas.openxmlformats.org/officeDocument/2006/relationships/slideLayout" Target="/ppt/slideLayouts/slideLayout133.xml" Id="rId1" 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2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1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5D7B7F6F-2C08-4296-B7AB-C2C3F4219245}"/>
</file>

<file path=customXml/itemProps22.xml><?xml version="1.0" encoding="utf-8"?>
<ds:datastoreItem xmlns:ds="http://schemas.openxmlformats.org/officeDocument/2006/customXml" ds:itemID="{DE99543C-82E8-4821-93BD-5A60BEB423E2}"/>
</file>

<file path=customXml/itemProps31.xml><?xml version="1.0" encoding="utf-8"?>
<ds:datastoreItem xmlns:ds="http://schemas.openxmlformats.org/officeDocument/2006/customXml" ds:itemID="{A7FA76D1-3C6D-40BC-A42D-496B6EDE8B8C}"/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422</ap:Words>
  <ap:Application>Microsoft Office PowerPoint</ap:Application>
  <ap:PresentationFormat>Widescreen</ap:PresentationFormat>
  <ap:Paragraphs>120</ap:Paragraphs>
  <ap:Slides>13</ap:Slides>
  <ap:Notes>13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18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2023-12-10T16:20:53Z</dcterms:created>
  <dcterms:modified xsi:type="dcterms:W3CDTF">2023-12-20T06:14:27Z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